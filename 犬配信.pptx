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61" r:id="rId4"/>
    <p:sldId id="259" r:id="rId5"/>
    <p:sldId id="260" r:id="rId6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4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87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FFAE07E-0C9D-7A54-DF2B-60CA1CDD25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5CD482CA-969E-A49D-9084-AE5CC0F497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7639BD2-822E-6B69-D47E-C6B849A2D2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97FF0-8117-4341-895C-E3D68F8CFEA7}" type="datetimeFigureOut">
              <a:rPr kumimoji="1" lang="ja-JP" altLang="en-US" smtClean="0"/>
              <a:t>2026/10/20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339F11-7639-B771-AFD3-ED6915123C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7B09944-E597-80B1-D27F-D1D70557E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1844B0-7A4A-4442-A482-8B8DC823EB4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4475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851F789-7E03-22A8-503A-E1EC31BD39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B7BB935-E68C-8248-B428-39E4C491B6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7C0F57C-DDCE-2FE2-3A18-8B0FAD8658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97FF0-8117-4341-895C-E3D68F8CFEA7}" type="datetimeFigureOut">
              <a:rPr kumimoji="1" lang="ja-JP" altLang="en-US" smtClean="0"/>
              <a:t>2026/10/20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832A876-9E2B-D183-9C20-20C81D28E2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4CAFBE2-89D8-3407-35BB-A851C5CA4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1844B0-7A4A-4442-A482-8B8DC823EB4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75423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9AE4F4F-F6B5-CD74-0C90-BF4C700F7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D787984-8261-9CC0-067C-4E65D5D787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EF81288-C8A4-87F2-F5A7-DF55B98585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97FF0-8117-4341-895C-E3D68F8CFEA7}" type="datetimeFigureOut">
              <a:rPr kumimoji="1" lang="ja-JP" altLang="en-US" smtClean="0"/>
              <a:t>2026/10/20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FF86BAD-98DF-D982-52B6-683643DB9E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0E48403-05C6-069C-A1FE-25435263C2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1844B0-7A4A-4442-A482-8B8DC823EB4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427998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EB46CFD-C115-ACE4-0A52-D774FF7CD0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112394E-E506-100A-B5B5-67D4107AAB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938FBD7F-CA15-2186-CCCA-72FB5C75B8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0F83CE6-89DD-B3F6-0B87-26209083A1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97FF0-8117-4341-895C-E3D68F8CFEA7}" type="datetimeFigureOut">
              <a:rPr kumimoji="1" lang="ja-JP" altLang="en-US" smtClean="0"/>
              <a:t>2026/10/20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CA7F2AA-24E5-1034-CFD0-FED8FDEBC8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4D22573-CC4A-607B-CF25-1181D2224E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1844B0-7A4A-4442-A482-8B8DC823EB4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968725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84EAD97-D6D8-27DD-73BC-99388429F1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3EFD4E4-54B8-1FD2-3AD1-424A2A8270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D9BD7561-2CFB-51BB-E1E2-A1E4471BED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541B7163-093E-682E-E102-7DA9151B5D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A5FBBF76-26E1-380B-3A6F-67B13841D6C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1971AAD8-4714-962F-0F36-0674748D28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97FF0-8117-4341-895C-E3D68F8CFEA7}" type="datetimeFigureOut">
              <a:rPr kumimoji="1" lang="ja-JP" altLang="en-US" smtClean="0"/>
              <a:t>2026/10/20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9E231315-AB27-1B7E-A2D8-9C929FF521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42DFEED1-AF3A-EB66-5CA3-21E7A5E2F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1844B0-7A4A-4442-A482-8B8DC823EB4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302528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7D71344-44E4-DA56-2057-E8EC2514E8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CEAE6251-0E67-4C9A-D193-882BE38CAE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97FF0-8117-4341-895C-E3D68F8CFEA7}" type="datetimeFigureOut">
              <a:rPr kumimoji="1" lang="ja-JP" altLang="en-US" smtClean="0"/>
              <a:t>2026/10/20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5AF68B7-830F-4FFB-AF3A-9C70F0FBD7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72897D44-266C-8044-AAAA-33D64EC72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1844B0-7A4A-4442-A482-8B8DC823EB4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967662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053A22D4-5FAD-459E-6414-249AF7FDDC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97FF0-8117-4341-895C-E3D68F8CFEA7}" type="datetimeFigureOut">
              <a:rPr kumimoji="1" lang="ja-JP" altLang="en-US" smtClean="0"/>
              <a:t>2026/10/20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987E5D72-769A-D694-46EC-8F81A7BB95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FB405025-0EFD-BBA1-382B-4FB5887AF7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1844B0-7A4A-4442-A482-8B8DC823EB4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917511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9F7F418-A7B0-3ED8-B556-ADF8CF5762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53C9A98-CCEC-6F24-6409-66FE7D209F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C7D1D941-9556-8BCD-DDCF-82884402B8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A032AB2-F468-E660-87FC-9554BACC32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97FF0-8117-4341-895C-E3D68F8CFEA7}" type="datetimeFigureOut">
              <a:rPr kumimoji="1" lang="ja-JP" altLang="en-US" smtClean="0"/>
              <a:t>2026/10/20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D83B0EE-8769-75FE-C21A-3EE0073159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4DCB950-0F63-F98F-4ED7-B6E90533A8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1844B0-7A4A-4442-A482-8B8DC823EB4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892848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F8A219-EDE6-5DF1-6580-40E9EE568F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BF804804-1FB0-F3BD-538D-BCD9C355252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878D9CC-5E6D-83F7-F48A-090B040F69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01FD6D8-4B26-1BA0-911F-5FF35A4BFD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97FF0-8117-4341-895C-E3D68F8CFEA7}" type="datetimeFigureOut">
              <a:rPr kumimoji="1" lang="ja-JP" altLang="en-US" smtClean="0"/>
              <a:t>2026/10/20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E062E87-3B9C-4F54-C986-9E4748AED7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93A09CB-C1F9-0366-AC0D-CFB96CEAAB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1844B0-7A4A-4442-A482-8B8DC823EB4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065707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667DEAC-CC9D-D886-4FE1-453E98F7BC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8E355B62-5EE8-10B7-5C3F-D27262F7EC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91A55AD-602D-14DD-DFE1-D9B353A9EA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97FF0-8117-4341-895C-E3D68F8CFEA7}" type="datetimeFigureOut">
              <a:rPr kumimoji="1" lang="ja-JP" altLang="en-US" smtClean="0"/>
              <a:t>2026/10/20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ED64482-1509-F26B-ABC1-B078BEC512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9AF209A-4870-0F5D-127E-5805F24A23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1844B0-7A4A-4442-A482-8B8DC823EB4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764214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166BCDD-1CF0-7FF8-EE84-9BFAA77E690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3941A5-784D-8979-FD7B-15D6210273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F203680-B97A-8B48-5913-3512FCE4B8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97FF0-8117-4341-895C-E3D68F8CFEA7}" type="datetimeFigureOut">
              <a:rPr kumimoji="1" lang="ja-JP" altLang="en-US" smtClean="0"/>
              <a:t>2026/10/20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2CDA19C-3254-0EBD-E4D1-02A02ACB2E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8DB7D41-049C-9597-79A3-520FA6E28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1844B0-7A4A-4442-A482-8B8DC823EB4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895319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CDA62B2D-D083-55FB-9D04-2772DD709D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7BB2A21-9376-0951-B3C4-D5681FFA19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5031033-8BB7-5299-5D16-2A707938231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4697FF0-8117-4341-895C-E3D68F8CFEA7}" type="datetimeFigureOut">
              <a:rPr kumimoji="1" lang="ja-JP" altLang="en-US" smtClean="0"/>
              <a:t>2026/10/20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2323605-2573-D5F2-F830-18275B0304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72EDB83-884A-E3EA-FCF7-584A26EEC7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F1844B0-7A4A-4442-A482-8B8DC823EB4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69041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カメラで写真を撮る人の後ろ姿のイラスト（男性）">
            <a:extLst>
              <a:ext uri="{FF2B5EF4-FFF2-40B4-BE49-F238E27FC236}">
                <a16:creationId xmlns:a16="http://schemas.microsoft.com/office/drawing/2014/main" id="{EFFD7D0A-1270-B1DB-0C55-BA6A1096A2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757238" y="3428999"/>
            <a:ext cx="1019704" cy="2238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カメラで写真を撮る人の後ろ姿のイラスト（女性）">
            <a:extLst>
              <a:ext uri="{FF2B5EF4-FFF2-40B4-BE49-F238E27FC236}">
                <a16:creationId xmlns:a16="http://schemas.microsoft.com/office/drawing/2014/main" id="{C195D906-3B27-22FF-CFD3-1DABB7FD52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8415338" y="3829049"/>
            <a:ext cx="1019704" cy="2238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おもちゃで遊ぶ犬のイラスト">
            <a:extLst>
              <a:ext uri="{FF2B5EF4-FFF2-40B4-BE49-F238E27FC236}">
                <a16:creationId xmlns:a16="http://schemas.microsoft.com/office/drawing/2014/main" id="{2FBEDEAC-FA5C-F06F-DB25-297AE0B31D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98632" y="3762374"/>
            <a:ext cx="1283756" cy="1362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サーバーのイラスト">
            <a:extLst>
              <a:ext uri="{FF2B5EF4-FFF2-40B4-BE49-F238E27FC236}">
                <a16:creationId xmlns:a16="http://schemas.microsoft.com/office/drawing/2014/main" id="{F8B24A18-65B6-9148-E17D-EE796336D6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4323" y="523874"/>
            <a:ext cx="1905002" cy="17764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709058EF-0BE4-E5C3-6D3B-38BA523A22C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02893" y="4248151"/>
            <a:ext cx="3128963" cy="2085975"/>
          </a:xfrm>
          <a:prstGeom prst="rect">
            <a:avLst/>
          </a:prstGeom>
        </p:spPr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D4027E40-8472-07E8-F64B-48EDAA59903A}"/>
              </a:ext>
            </a:extLst>
          </p:cNvPr>
          <p:cNvSpPr txBox="1"/>
          <p:nvPr/>
        </p:nvSpPr>
        <p:spPr>
          <a:xfrm>
            <a:off x="757238" y="5775601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提供者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0C1B8559-49B7-FF48-5993-ABFDA1E62D6A}"/>
              </a:ext>
            </a:extLst>
          </p:cNvPr>
          <p:cNvSpPr txBox="1"/>
          <p:nvPr/>
        </p:nvSpPr>
        <p:spPr>
          <a:xfrm>
            <a:off x="8415338" y="6162674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利用者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E4BF79F2-A691-5D5D-E6AD-37E151620B87}"/>
              </a:ext>
            </a:extLst>
          </p:cNvPr>
          <p:cNvSpPr txBox="1"/>
          <p:nvPr/>
        </p:nvSpPr>
        <p:spPr>
          <a:xfrm>
            <a:off x="4433888" y="2115622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サーバー</a:t>
            </a:r>
          </a:p>
        </p:txBody>
      </p:sp>
      <p:pic>
        <p:nvPicPr>
          <p:cNvPr id="17" name="図 16">
            <a:extLst>
              <a:ext uri="{FF2B5EF4-FFF2-40B4-BE49-F238E27FC236}">
                <a16:creationId xmlns:a16="http://schemas.microsoft.com/office/drawing/2014/main" id="{D8BA2B65-B69C-923B-33E5-1F5C8058483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38262" y="0"/>
            <a:ext cx="2489241" cy="1659494"/>
          </a:xfrm>
          <a:prstGeom prst="rect">
            <a:avLst/>
          </a:prstGeom>
        </p:spPr>
      </p:pic>
      <p:pic>
        <p:nvPicPr>
          <p:cNvPr id="19" name="図 18">
            <a:extLst>
              <a:ext uri="{FF2B5EF4-FFF2-40B4-BE49-F238E27FC236}">
                <a16:creationId xmlns:a16="http://schemas.microsoft.com/office/drawing/2014/main" id="{B2C2A5AC-697C-B2A0-9B4B-9A0C166E9B9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44720" y="1716064"/>
            <a:ext cx="2282781" cy="1521854"/>
          </a:xfrm>
          <a:prstGeom prst="rect">
            <a:avLst/>
          </a:prstGeom>
        </p:spPr>
      </p:pic>
      <p:pic>
        <p:nvPicPr>
          <p:cNvPr id="21" name="図 20">
            <a:extLst>
              <a:ext uri="{FF2B5EF4-FFF2-40B4-BE49-F238E27FC236}">
                <a16:creationId xmlns:a16="http://schemas.microsoft.com/office/drawing/2014/main" id="{AD1AE3BC-DB74-21ED-4982-E5D4807D837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29326" y="153472"/>
            <a:ext cx="2181164" cy="1454109"/>
          </a:xfrm>
          <a:prstGeom prst="rect">
            <a:avLst/>
          </a:prstGeom>
        </p:spPr>
      </p:pic>
      <p:pic>
        <p:nvPicPr>
          <p:cNvPr id="23" name="図 22">
            <a:extLst>
              <a:ext uri="{FF2B5EF4-FFF2-40B4-BE49-F238E27FC236}">
                <a16:creationId xmlns:a16="http://schemas.microsoft.com/office/drawing/2014/main" id="{90BDAB14-6F4C-769E-7E46-8A74D159B06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29325" y="1668483"/>
            <a:ext cx="2181165" cy="1454110"/>
          </a:xfrm>
          <a:prstGeom prst="rect">
            <a:avLst/>
          </a:prstGeom>
        </p:spPr>
      </p:pic>
      <p:sp>
        <p:nvSpPr>
          <p:cNvPr id="24" name="矢印: 上 23">
            <a:extLst>
              <a:ext uri="{FF2B5EF4-FFF2-40B4-BE49-F238E27FC236}">
                <a16:creationId xmlns:a16="http://schemas.microsoft.com/office/drawing/2014/main" id="{8C5184A4-EB73-E0B2-990C-DC6D9C682826}"/>
              </a:ext>
            </a:extLst>
          </p:cNvPr>
          <p:cNvSpPr/>
          <p:nvPr/>
        </p:nvSpPr>
        <p:spPr>
          <a:xfrm>
            <a:off x="2657475" y="3352800"/>
            <a:ext cx="304800" cy="895351"/>
          </a:xfrm>
          <a:prstGeom prst="up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8F2B7B79-922F-7CA4-49DC-5307A344207B}"/>
              </a:ext>
            </a:extLst>
          </p:cNvPr>
          <p:cNvSpPr txBox="1"/>
          <p:nvPr/>
        </p:nvSpPr>
        <p:spPr>
          <a:xfrm>
            <a:off x="2985915" y="3646587"/>
            <a:ext cx="12618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400" dirty="0"/>
              <a:t>アップロード</a:t>
            </a:r>
          </a:p>
        </p:txBody>
      </p:sp>
      <p:sp>
        <p:nvSpPr>
          <p:cNvPr id="26" name="思考の吹き出し: 雲形 25">
            <a:extLst>
              <a:ext uri="{FF2B5EF4-FFF2-40B4-BE49-F238E27FC236}">
                <a16:creationId xmlns:a16="http://schemas.microsoft.com/office/drawing/2014/main" id="{22F3BADF-74D1-D402-DDB5-DC8B2A8C8C1B}"/>
              </a:ext>
            </a:extLst>
          </p:cNvPr>
          <p:cNvSpPr/>
          <p:nvPr/>
        </p:nvSpPr>
        <p:spPr>
          <a:xfrm>
            <a:off x="6938724" y="3337833"/>
            <a:ext cx="1554569" cy="612648"/>
          </a:xfrm>
          <a:prstGeom prst="cloudCallout">
            <a:avLst>
              <a:gd name="adj1" fmla="val 45420"/>
              <a:gd name="adj2" fmla="val 80591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1050" dirty="0"/>
              <a:t>犬を撮りたい</a:t>
            </a:r>
          </a:p>
        </p:txBody>
      </p:sp>
      <p:sp>
        <p:nvSpPr>
          <p:cNvPr id="27" name="四角形: 角を丸くする 26">
            <a:extLst>
              <a:ext uri="{FF2B5EF4-FFF2-40B4-BE49-F238E27FC236}">
                <a16:creationId xmlns:a16="http://schemas.microsoft.com/office/drawing/2014/main" id="{3FB5B810-89D4-4CCE-E061-3E864913BB23}"/>
              </a:ext>
            </a:extLst>
          </p:cNvPr>
          <p:cNvSpPr/>
          <p:nvPr/>
        </p:nvSpPr>
        <p:spPr>
          <a:xfrm>
            <a:off x="1338262" y="1578425"/>
            <a:ext cx="2608185" cy="1659493"/>
          </a:xfrm>
          <a:prstGeom prst="round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矢印: 上 27">
            <a:extLst>
              <a:ext uri="{FF2B5EF4-FFF2-40B4-BE49-F238E27FC236}">
                <a16:creationId xmlns:a16="http://schemas.microsoft.com/office/drawing/2014/main" id="{0E009365-9783-510F-90BC-0507CFA46C5B}"/>
              </a:ext>
            </a:extLst>
          </p:cNvPr>
          <p:cNvSpPr/>
          <p:nvPr/>
        </p:nvSpPr>
        <p:spPr>
          <a:xfrm rot="7143353">
            <a:off x="6095243" y="1252779"/>
            <a:ext cx="304800" cy="4968584"/>
          </a:xfrm>
          <a:prstGeom prst="up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4F1D9D39-25DF-60DA-1548-AADFDFD181A5}"/>
              </a:ext>
            </a:extLst>
          </p:cNvPr>
          <p:cNvSpPr txBox="1"/>
          <p:nvPr/>
        </p:nvSpPr>
        <p:spPr>
          <a:xfrm>
            <a:off x="5398383" y="3922813"/>
            <a:ext cx="12618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400" dirty="0"/>
              <a:t>ダウンロード</a:t>
            </a:r>
          </a:p>
        </p:txBody>
      </p:sp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D7FAA8AB-6B5D-2A33-A610-2032CA102E2F}"/>
              </a:ext>
            </a:extLst>
          </p:cNvPr>
          <p:cNvSpPr/>
          <p:nvPr/>
        </p:nvSpPr>
        <p:spPr>
          <a:xfrm>
            <a:off x="10132291" y="3646587"/>
            <a:ext cx="1350097" cy="1430232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星: 5 pt 30">
            <a:extLst>
              <a:ext uri="{FF2B5EF4-FFF2-40B4-BE49-F238E27FC236}">
                <a16:creationId xmlns:a16="http://schemas.microsoft.com/office/drawing/2014/main" id="{035607BF-0096-9305-B865-FFC0C1B0AAD6}"/>
              </a:ext>
            </a:extLst>
          </p:cNvPr>
          <p:cNvSpPr/>
          <p:nvPr/>
        </p:nvSpPr>
        <p:spPr>
          <a:xfrm>
            <a:off x="11326163" y="3474852"/>
            <a:ext cx="312449" cy="285745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32" name="図 31">
            <a:extLst>
              <a:ext uri="{FF2B5EF4-FFF2-40B4-BE49-F238E27FC236}">
                <a16:creationId xmlns:a16="http://schemas.microsoft.com/office/drawing/2014/main" id="{7001692B-61A8-71FD-8CD1-6AC7A069B2B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41500" y="5251837"/>
            <a:ext cx="2282781" cy="1521854"/>
          </a:xfrm>
          <a:prstGeom prst="rect">
            <a:avLst/>
          </a:prstGeom>
        </p:spPr>
      </p:pic>
      <p:sp>
        <p:nvSpPr>
          <p:cNvPr id="33" name="四角形: 角を丸くする 32">
            <a:extLst>
              <a:ext uri="{FF2B5EF4-FFF2-40B4-BE49-F238E27FC236}">
                <a16:creationId xmlns:a16="http://schemas.microsoft.com/office/drawing/2014/main" id="{CF06597C-7E4A-CD21-B877-5C7BE5EAA34C}"/>
              </a:ext>
            </a:extLst>
          </p:cNvPr>
          <p:cNvSpPr/>
          <p:nvPr/>
        </p:nvSpPr>
        <p:spPr>
          <a:xfrm>
            <a:off x="9435042" y="5114198"/>
            <a:ext cx="2608185" cy="1659493"/>
          </a:xfrm>
          <a:prstGeom prst="roundRect">
            <a:avLst/>
          </a:prstGeom>
          <a:noFill/>
          <a:ln>
            <a:prstDash val="sys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319947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23587C-334E-CE9B-D034-869E3C2A0F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カメラで写真を撮る人の後ろ姿のイラスト（男性）">
            <a:extLst>
              <a:ext uri="{FF2B5EF4-FFF2-40B4-BE49-F238E27FC236}">
                <a16:creationId xmlns:a16="http://schemas.microsoft.com/office/drawing/2014/main" id="{B30826BF-5A72-393A-03BF-906B4CDC74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757238" y="3428999"/>
            <a:ext cx="1019704" cy="2238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カメラで写真を撮る人の後ろ姿のイラスト（女性）">
            <a:extLst>
              <a:ext uri="{FF2B5EF4-FFF2-40B4-BE49-F238E27FC236}">
                <a16:creationId xmlns:a16="http://schemas.microsoft.com/office/drawing/2014/main" id="{109F5AC9-2C3E-BD66-C874-7255FCCEA8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8415338" y="3829049"/>
            <a:ext cx="1019704" cy="2238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おもちゃで遊ぶ犬のイラスト">
            <a:extLst>
              <a:ext uri="{FF2B5EF4-FFF2-40B4-BE49-F238E27FC236}">
                <a16:creationId xmlns:a16="http://schemas.microsoft.com/office/drawing/2014/main" id="{4BC06E3A-C31D-81A5-A2F3-171D494FFA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98632" y="3762374"/>
            <a:ext cx="1283756" cy="1362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サーバーのイラスト">
            <a:extLst>
              <a:ext uri="{FF2B5EF4-FFF2-40B4-BE49-F238E27FC236}">
                <a16:creationId xmlns:a16="http://schemas.microsoft.com/office/drawing/2014/main" id="{4A175A6C-F7D1-7845-2233-7CDA557843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4323" y="523874"/>
            <a:ext cx="1905002" cy="17764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0D2077FC-A79A-B28B-C87B-5F6D7B563C9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02893" y="4248151"/>
            <a:ext cx="3128963" cy="2085975"/>
          </a:xfrm>
          <a:prstGeom prst="rect">
            <a:avLst/>
          </a:prstGeom>
        </p:spPr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D5DD784A-F5F7-A20B-89AA-48C81EC9E02A}"/>
              </a:ext>
            </a:extLst>
          </p:cNvPr>
          <p:cNvSpPr txBox="1"/>
          <p:nvPr/>
        </p:nvSpPr>
        <p:spPr>
          <a:xfrm>
            <a:off x="757238" y="5775601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提供者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0042C46E-7932-4886-DAD4-2C66ACC22943}"/>
              </a:ext>
            </a:extLst>
          </p:cNvPr>
          <p:cNvSpPr txBox="1"/>
          <p:nvPr/>
        </p:nvSpPr>
        <p:spPr>
          <a:xfrm>
            <a:off x="8415338" y="6162674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利用者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0877CBB3-FFE0-A506-B364-13CD1C57488A}"/>
              </a:ext>
            </a:extLst>
          </p:cNvPr>
          <p:cNvSpPr txBox="1"/>
          <p:nvPr/>
        </p:nvSpPr>
        <p:spPr>
          <a:xfrm>
            <a:off x="4433888" y="2115622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サーバー</a:t>
            </a:r>
          </a:p>
        </p:txBody>
      </p:sp>
      <p:pic>
        <p:nvPicPr>
          <p:cNvPr id="17" name="図 16">
            <a:extLst>
              <a:ext uri="{FF2B5EF4-FFF2-40B4-BE49-F238E27FC236}">
                <a16:creationId xmlns:a16="http://schemas.microsoft.com/office/drawing/2014/main" id="{8A0C59A5-823F-B4B3-4A5E-EEF69FB2587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38262" y="0"/>
            <a:ext cx="2489241" cy="1659494"/>
          </a:xfrm>
          <a:prstGeom prst="rect">
            <a:avLst/>
          </a:prstGeom>
        </p:spPr>
      </p:pic>
      <p:pic>
        <p:nvPicPr>
          <p:cNvPr id="19" name="図 18">
            <a:extLst>
              <a:ext uri="{FF2B5EF4-FFF2-40B4-BE49-F238E27FC236}">
                <a16:creationId xmlns:a16="http://schemas.microsoft.com/office/drawing/2014/main" id="{BE04B3F7-6A7A-207C-70B9-01A613CD5BE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44720" y="1745220"/>
            <a:ext cx="2282781" cy="1521854"/>
          </a:xfrm>
          <a:prstGeom prst="rect">
            <a:avLst/>
          </a:prstGeom>
        </p:spPr>
      </p:pic>
      <p:pic>
        <p:nvPicPr>
          <p:cNvPr id="21" name="図 20">
            <a:extLst>
              <a:ext uri="{FF2B5EF4-FFF2-40B4-BE49-F238E27FC236}">
                <a16:creationId xmlns:a16="http://schemas.microsoft.com/office/drawing/2014/main" id="{FABFEF09-1DDD-11DE-D267-9F132509F4D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29326" y="153472"/>
            <a:ext cx="2181164" cy="1454109"/>
          </a:xfrm>
          <a:prstGeom prst="rect">
            <a:avLst/>
          </a:prstGeom>
        </p:spPr>
      </p:pic>
      <p:pic>
        <p:nvPicPr>
          <p:cNvPr id="23" name="図 22">
            <a:extLst>
              <a:ext uri="{FF2B5EF4-FFF2-40B4-BE49-F238E27FC236}">
                <a16:creationId xmlns:a16="http://schemas.microsoft.com/office/drawing/2014/main" id="{B1C0DA7F-8CAC-7C0F-3932-1ECBE184C91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64499" y="99158"/>
            <a:ext cx="2181165" cy="1454110"/>
          </a:xfrm>
          <a:prstGeom prst="rect">
            <a:avLst/>
          </a:prstGeom>
        </p:spPr>
      </p:pic>
      <p:sp>
        <p:nvSpPr>
          <p:cNvPr id="24" name="矢印: 上 23">
            <a:extLst>
              <a:ext uri="{FF2B5EF4-FFF2-40B4-BE49-F238E27FC236}">
                <a16:creationId xmlns:a16="http://schemas.microsoft.com/office/drawing/2014/main" id="{0A9B6C33-0A92-DEEC-77BC-A0D1D8E433FE}"/>
              </a:ext>
            </a:extLst>
          </p:cNvPr>
          <p:cNvSpPr/>
          <p:nvPr/>
        </p:nvSpPr>
        <p:spPr>
          <a:xfrm>
            <a:off x="2657475" y="3352800"/>
            <a:ext cx="304800" cy="895351"/>
          </a:xfrm>
          <a:prstGeom prst="up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B021CCC6-F8AF-370F-88FF-0379895E3E41}"/>
              </a:ext>
            </a:extLst>
          </p:cNvPr>
          <p:cNvSpPr txBox="1"/>
          <p:nvPr/>
        </p:nvSpPr>
        <p:spPr>
          <a:xfrm>
            <a:off x="2985915" y="3646587"/>
            <a:ext cx="12618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400" dirty="0"/>
              <a:t>アップロード</a:t>
            </a:r>
          </a:p>
        </p:txBody>
      </p:sp>
      <p:sp>
        <p:nvSpPr>
          <p:cNvPr id="26" name="思考の吹き出し: 雲形 25">
            <a:extLst>
              <a:ext uri="{FF2B5EF4-FFF2-40B4-BE49-F238E27FC236}">
                <a16:creationId xmlns:a16="http://schemas.microsoft.com/office/drawing/2014/main" id="{C763B9F2-D9F9-9C01-6C92-9E66E0DCC28C}"/>
              </a:ext>
            </a:extLst>
          </p:cNvPr>
          <p:cNvSpPr/>
          <p:nvPr/>
        </p:nvSpPr>
        <p:spPr>
          <a:xfrm>
            <a:off x="6938724" y="3337833"/>
            <a:ext cx="1554569" cy="612648"/>
          </a:xfrm>
          <a:prstGeom prst="cloudCallout">
            <a:avLst>
              <a:gd name="adj1" fmla="val 45420"/>
              <a:gd name="adj2" fmla="val 80591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1050" dirty="0"/>
              <a:t>私の犬を撮りたい</a:t>
            </a:r>
          </a:p>
        </p:txBody>
      </p:sp>
      <p:sp>
        <p:nvSpPr>
          <p:cNvPr id="27" name="四角形: 角を丸くする 26">
            <a:extLst>
              <a:ext uri="{FF2B5EF4-FFF2-40B4-BE49-F238E27FC236}">
                <a16:creationId xmlns:a16="http://schemas.microsoft.com/office/drawing/2014/main" id="{8B526B8E-ABA4-EEE0-4B4A-769590FCD9AF}"/>
              </a:ext>
            </a:extLst>
          </p:cNvPr>
          <p:cNvSpPr/>
          <p:nvPr/>
        </p:nvSpPr>
        <p:spPr>
          <a:xfrm>
            <a:off x="1338262" y="1607581"/>
            <a:ext cx="2608185" cy="1659493"/>
          </a:xfrm>
          <a:prstGeom prst="round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0841B18D-4797-E619-E21A-FB04B4CB3F4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545201" y="5358449"/>
            <a:ext cx="2513776" cy="1417950"/>
          </a:xfrm>
          <a:prstGeom prst="rect">
            <a:avLst/>
          </a:prstGeom>
        </p:spPr>
      </p:pic>
      <p:pic>
        <p:nvPicPr>
          <p:cNvPr id="4" name="図 3">
            <a:extLst>
              <a:ext uri="{FF2B5EF4-FFF2-40B4-BE49-F238E27FC236}">
                <a16:creationId xmlns:a16="http://schemas.microsoft.com/office/drawing/2014/main" id="{B4ED49B9-2592-AFC9-C969-79C5776456B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850723" y="1872537"/>
            <a:ext cx="2513776" cy="1417950"/>
          </a:xfrm>
          <a:prstGeom prst="rect">
            <a:avLst/>
          </a:prstGeom>
        </p:spPr>
      </p:pic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A0DB76C5-8109-B5A5-7C23-218116AC1434}"/>
              </a:ext>
            </a:extLst>
          </p:cNvPr>
          <p:cNvSpPr txBox="1"/>
          <p:nvPr/>
        </p:nvSpPr>
        <p:spPr>
          <a:xfrm>
            <a:off x="5026516" y="2747415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生成</a:t>
            </a:r>
          </a:p>
        </p:txBody>
      </p:sp>
      <p:sp>
        <p:nvSpPr>
          <p:cNvPr id="12" name="矢印: 右 11">
            <a:extLst>
              <a:ext uri="{FF2B5EF4-FFF2-40B4-BE49-F238E27FC236}">
                <a16:creationId xmlns:a16="http://schemas.microsoft.com/office/drawing/2014/main" id="{F553AD1A-6AC3-42C6-E4A8-CF0292F631A8}"/>
              </a:ext>
            </a:extLst>
          </p:cNvPr>
          <p:cNvSpPr/>
          <p:nvPr/>
        </p:nvSpPr>
        <p:spPr>
          <a:xfrm>
            <a:off x="4247799" y="2506147"/>
            <a:ext cx="1483978" cy="164543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矢印: 右 13">
            <a:extLst>
              <a:ext uri="{FF2B5EF4-FFF2-40B4-BE49-F238E27FC236}">
                <a16:creationId xmlns:a16="http://schemas.microsoft.com/office/drawing/2014/main" id="{16FBA4CE-62B2-0CC3-D5BA-1159E08AD3D8}"/>
              </a:ext>
            </a:extLst>
          </p:cNvPr>
          <p:cNvSpPr/>
          <p:nvPr/>
        </p:nvSpPr>
        <p:spPr>
          <a:xfrm rot="3260411" flipV="1">
            <a:off x="5676713" y="4619345"/>
            <a:ext cx="3472613" cy="167525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BA393D10-E7C0-E42E-D34F-948E43E08F6F}"/>
              </a:ext>
            </a:extLst>
          </p:cNvPr>
          <p:cNvSpPr txBox="1"/>
          <p:nvPr/>
        </p:nvSpPr>
        <p:spPr>
          <a:xfrm>
            <a:off x="6258697" y="4855064"/>
            <a:ext cx="12618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400" dirty="0"/>
              <a:t>ダウン</a:t>
            </a:r>
            <a:r>
              <a:rPr kumimoji="1" lang="ja-JP" altLang="en-US" sz="1400" dirty="0"/>
              <a:t>ロード</a:t>
            </a:r>
          </a:p>
        </p:txBody>
      </p:sp>
      <p:pic>
        <p:nvPicPr>
          <p:cNvPr id="16" name="Picture 6" descr="おもちゃで遊ぶ犬のイラスト">
            <a:extLst>
              <a:ext uri="{FF2B5EF4-FFF2-40B4-BE49-F238E27FC236}">
                <a16:creationId xmlns:a16="http://schemas.microsoft.com/office/drawing/2014/main" id="{0F588919-EE01-5535-A64F-0587E4448F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9157" y="2688675"/>
            <a:ext cx="442940" cy="469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矢印: 右 17">
            <a:extLst>
              <a:ext uri="{FF2B5EF4-FFF2-40B4-BE49-F238E27FC236}">
                <a16:creationId xmlns:a16="http://schemas.microsoft.com/office/drawing/2014/main" id="{8C564BE3-DBF1-EEC4-9F7F-35DB14572C2B}"/>
              </a:ext>
            </a:extLst>
          </p:cNvPr>
          <p:cNvSpPr/>
          <p:nvPr/>
        </p:nvSpPr>
        <p:spPr>
          <a:xfrm rot="12367995" flipV="1">
            <a:off x="4815580" y="3812575"/>
            <a:ext cx="3445215" cy="15818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CE314280-9D76-69F5-95CB-9C456899A5DF}"/>
              </a:ext>
            </a:extLst>
          </p:cNvPr>
          <p:cNvSpPr/>
          <p:nvPr/>
        </p:nvSpPr>
        <p:spPr>
          <a:xfrm>
            <a:off x="10132291" y="3646587"/>
            <a:ext cx="1350097" cy="1430232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星: 5 pt 21">
            <a:extLst>
              <a:ext uri="{FF2B5EF4-FFF2-40B4-BE49-F238E27FC236}">
                <a16:creationId xmlns:a16="http://schemas.microsoft.com/office/drawing/2014/main" id="{F4AB31EA-A59A-7701-311F-5793D7852BFC}"/>
              </a:ext>
            </a:extLst>
          </p:cNvPr>
          <p:cNvSpPr/>
          <p:nvPr/>
        </p:nvSpPr>
        <p:spPr>
          <a:xfrm>
            <a:off x="11326163" y="3474852"/>
            <a:ext cx="312449" cy="285745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2050" name="Picture 2" descr="秋田犬のイラスト">
            <a:extLst>
              <a:ext uri="{FF2B5EF4-FFF2-40B4-BE49-F238E27FC236}">
                <a16:creationId xmlns:a16="http://schemas.microsoft.com/office/drawing/2014/main" id="{D95E6CFE-F917-4FB5-BDAE-5B9ACC6428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24716" y="2670690"/>
            <a:ext cx="1192216" cy="11922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147152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D574A0-511F-13CC-C3C0-D3730C8EC8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カメラで写真を撮る人の後ろ姿のイラスト（女性）">
            <a:extLst>
              <a:ext uri="{FF2B5EF4-FFF2-40B4-BE49-F238E27FC236}">
                <a16:creationId xmlns:a16="http://schemas.microsoft.com/office/drawing/2014/main" id="{7B0841F5-745D-ABBE-9B70-F402D42E2B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940647" y="3007013"/>
            <a:ext cx="1019704" cy="2238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おもちゃで遊ぶ犬のイラスト">
            <a:extLst>
              <a:ext uri="{FF2B5EF4-FFF2-40B4-BE49-F238E27FC236}">
                <a16:creationId xmlns:a16="http://schemas.microsoft.com/office/drawing/2014/main" id="{C9611963-81CC-74B0-23E3-AED72C7F62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3941" y="2940338"/>
            <a:ext cx="1283756" cy="1362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200E611E-D78C-DEBF-C13E-73481045FE16}"/>
              </a:ext>
            </a:extLst>
          </p:cNvPr>
          <p:cNvSpPr txBox="1"/>
          <p:nvPr/>
        </p:nvSpPr>
        <p:spPr>
          <a:xfrm>
            <a:off x="1940647" y="5340638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利用者</a:t>
            </a:r>
          </a:p>
        </p:txBody>
      </p:sp>
      <p:sp>
        <p:nvSpPr>
          <p:cNvPr id="26" name="思考の吹き出し: 雲形 25">
            <a:extLst>
              <a:ext uri="{FF2B5EF4-FFF2-40B4-BE49-F238E27FC236}">
                <a16:creationId xmlns:a16="http://schemas.microsoft.com/office/drawing/2014/main" id="{89B107E1-023B-E382-59D2-1EDE012A73DF}"/>
              </a:ext>
            </a:extLst>
          </p:cNvPr>
          <p:cNvSpPr/>
          <p:nvPr/>
        </p:nvSpPr>
        <p:spPr>
          <a:xfrm>
            <a:off x="464033" y="2515797"/>
            <a:ext cx="1554569" cy="612648"/>
          </a:xfrm>
          <a:prstGeom prst="cloudCallout">
            <a:avLst>
              <a:gd name="adj1" fmla="val 45420"/>
              <a:gd name="adj2" fmla="val 80591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1050" dirty="0"/>
              <a:t>私の犬を撮りたい</a:t>
            </a: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185DEDE8-A4C5-7098-B4F5-8F6181DBE7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70510" y="4536413"/>
            <a:ext cx="2513776" cy="1417950"/>
          </a:xfrm>
          <a:prstGeom prst="rect">
            <a:avLst/>
          </a:prstGeom>
        </p:spPr>
      </p:pic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733C657C-4D72-7D25-2497-ADC496858669}"/>
              </a:ext>
            </a:extLst>
          </p:cNvPr>
          <p:cNvSpPr/>
          <p:nvPr/>
        </p:nvSpPr>
        <p:spPr>
          <a:xfrm>
            <a:off x="3657600" y="2824551"/>
            <a:ext cx="1350097" cy="1430232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星: 5 pt 21">
            <a:extLst>
              <a:ext uri="{FF2B5EF4-FFF2-40B4-BE49-F238E27FC236}">
                <a16:creationId xmlns:a16="http://schemas.microsoft.com/office/drawing/2014/main" id="{90FA9DCE-DFAA-AC52-811C-136C328F2D5A}"/>
              </a:ext>
            </a:extLst>
          </p:cNvPr>
          <p:cNvSpPr/>
          <p:nvPr/>
        </p:nvSpPr>
        <p:spPr>
          <a:xfrm>
            <a:off x="4851472" y="2652816"/>
            <a:ext cx="312449" cy="285745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2050" name="Picture 2" descr="秋田犬のイラスト">
            <a:extLst>
              <a:ext uri="{FF2B5EF4-FFF2-40B4-BE49-F238E27FC236}">
                <a16:creationId xmlns:a16="http://schemas.microsoft.com/office/drawing/2014/main" id="{88DDCAD0-27CE-B030-B6C4-425BA5240C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0025" y="1848654"/>
            <a:ext cx="1192216" cy="11922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7D7BB805-E5F7-DFB5-5655-B91258726CFD}"/>
              </a:ext>
            </a:extLst>
          </p:cNvPr>
          <p:cNvSpPr/>
          <p:nvPr/>
        </p:nvSpPr>
        <p:spPr>
          <a:xfrm>
            <a:off x="5246255" y="572655"/>
            <a:ext cx="3203506" cy="1819563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3AC4936D-CC2E-70CF-6056-11910B9C0D03}"/>
              </a:ext>
            </a:extLst>
          </p:cNvPr>
          <p:cNvSpPr txBox="1"/>
          <p:nvPr/>
        </p:nvSpPr>
        <p:spPr>
          <a:xfrm>
            <a:off x="5880434" y="1355478"/>
            <a:ext cx="1935145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050" dirty="0">
                <a:solidFill>
                  <a:schemeClr val="bg1"/>
                </a:solidFill>
              </a:rPr>
              <a:t>撮りたい対象はどれですか？</a:t>
            </a:r>
          </a:p>
        </p:txBody>
      </p:sp>
      <p:pic>
        <p:nvPicPr>
          <p:cNvPr id="13" name="Picture 6" descr="おもちゃで遊ぶ犬のイラスト">
            <a:extLst>
              <a:ext uri="{FF2B5EF4-FFF2-40B4-BE49-F238E27FC236}">
                <a16:creationId xmlns:a16="http://schemas.microsoft.com/office/drawing/2014/main" id="{11069FA1-D99E-1B91-7D9B-0028E96DE5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82818" y="572654"/>
            <a:ext cx="730379" cy="7749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EA8E748D-B489-7D94-43F8-DC65DF02E289}"/>
              </a:ext>
            </a:extLst>
          </p:cNvPr>
          <p:cNvSpPr txBox="1"/>
          <p:nvPr/>
        </p:nvSpPr>
        <p:spPr>
          <a:xfrm>
            <a:off x="8128000" y="41262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ja-JP" altLang="en-US" dirty="0"/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224BE213-8584-D0F8-B76E-8175B375C1A6}"/>
              </a:ext>
            </a:extLst>
          </p:cNvPr>
          <p:cNvSpPr txBox="1"/>
          <p:nvPr/>
        </p:nvSpPr>
        <p:spPr>
          <a:xfrm>
            <a:off x="5880434" y="1619932"/>
            <a:ext cx="857927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050">
                <a:solidFill>
                  <a:schemeClr val="bg1"/>
                </a:solidFill>
              </a:rPr>
              <a:t>・画像の犬</a:t>
            </a:r>
            <a:endParaRPr kumimoji="1" lang="en-US" altLang="ja-JP" sz="1050" dirty="0">
              <a:solidFill>
                <a:schemeClr val="bg1"/>
              </a:solidFill>
            </a:endParaRPr>
          </a:p>
          <a:p>
            <a:r>
              <a:rPr lang="ja-JP" altLang="en-US" sz="1050" dirty="0">
                <a:solidFill>
                  <a:schemeClr val="bg1"/>
                </a:solidFill>
              </a:rPr>
              <a:t>・犬</a:t>
            </a:r>
            <a:endParaRPr kumimoji="1" lang="ja-JP" altLang="en-US" sz="105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20527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6A7162F-2796-9A6A-1034-E6D700E5D4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EDFFFEE-4E09-EB59-5B2C-01875915B7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CEAC52E2-3090-890C-B22A-2C42BF9A38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5357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B900B98-E0AA-842B-7D23-C0EBFFE711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EEA0D1F-9FD0-5061-A46C-B5BF0BAEFF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649428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</TotalTime>
  <Words>38</Words>
  <Application>Microsoft Office PowerPoint</Application>
  <PresentationFormat>ワイド画面</PresentationFormat>
  <Paragraphs>18</Paragraphs>
  <Slides>5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5</vt:i4>
      </vt:variant>
    </vt:vector>
  </HeadingPairs>
  <TitlesOfParts>
    <vt:vector size="9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Takatoshi sato</dc:creator>
  <cp:lastModifiedBy>Takatoshi sato</cp:lastModifiedBy>
  <cp:revision>1</cp:revision>
  <dcterms:created xsi:type="dcterms:W3CDTF">2026-10-20T14:49:05Z</dcterms:created>
  <dcterms:modified xsi:type="dcterms:W3CDTF">2026-10-20T16:00:08Z</dcterms:modified>
</cp:coreProperties>
</file>